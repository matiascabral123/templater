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57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"/>
          <p:cNvSpPr>
            <a:spLocks noGrp="1"/>
          </p:cNvSpPr>
          <p:nvPr>
            <p:ph type="title" hasCustomPrompt="1"/>
          </p:nvPr>
        </p:nvSpPr>
        <p:spPr>
          <a:xfrm>
            <a:off x="461553" y="128881"/>
            <a:ext cx="11277628" cy="262999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1200" b="0" spc="300" dirty="0">
                <a:solidFill>
                  <a:schemeClr val="bg1">
                    <a:lumMod val="50000"/>
                  </a:schemeClr>
                </a:solidFill>
                <a:latin typeface="Space Grotesk" pitchFamily="2" charset="77"/>
                <a:cs typeface="Space Grotesk" pitchFamily="2" charset="77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 dirty="0"/>
              <a:t>&lt;&lt;CATEGORY&gt;&gt;</a:t>
            </a:r>
          </a:p>
        </p:txBody>
      </p:sp>
      <p:sp>
        <p:nvSpPr>
          <p:cNvPr id="4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461874" y="482446"/>
            <a:ext cx="11277280" cy="475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600" b="1" spc="300">
                <a:solidFill>
                  <a:srgbClr val="3C3C3B"/>
                </a:solidFill>
                <a:latin typeface="Space Grotesk" pitchFamily="2" charset="77"/>
                <a:cs typeface="Space Grotesk" pitchFamily="2" charset="77"/>
              </a:defRPr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 dirty="0"/>
              <a:t>&lt;&lt;TITLE&gt;&gt;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4C08EDCC-4471-4605-8203-AD75FADA8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63" y="1048500"/>
            <a:ext cx="11277600" cy="5326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1100">
                <a:solidFill>
                  <a:srgbClr val="000000"/>
                </a:solidFill>
                <a:latin typeface="Space Grotesk" pitchFamily="2" charset="77"/>
                <a:cs typeface="Space Grotesk" pitchFamily="2" charset="77"/>
              </a:defRPr>
            </a:lvl1pPr>
            <a:lvl2pPr>
              <a:buClr>
                <a:schemeClr val="accent1"/>
              </a:buClr>
              <a:buSzPct val="80000"/>
              <a:defRPr sz="1100">
                <a:solidFill>
                  <a:srgbClr val="000000"/>
                </a:solidFill>
                <a:latin typeface="Space Grotesk" pitchFamily="2" charset="77"/>
                <a:cs typeface="Space Grotesk" pitchFamily="2" charset="77"/>
              </a:defRPr>
            </a:lvl2pPr>
            <a:lvl3pPr>
              <a:buClr>
                <a:schemeClr val="accent1"/>
              </a:buClr>
              <a:buSzPct val="70000"/>
              <a:defRPr sz="1100">
                <a:solidFill>
                  <a:srgbClr val="000000"/>
                </a:solidFill>
                <a:latin typeface="Space Grotesk" pitchFamily="2" charset="77"/>
                <a:cs typeface="Space Grotesk" pitchFamily="2" charset="77"/>
              </a:defRPr>
            </a:lvl3pPr>
            <a:lvl4pPr>
              <a:buClr>
                <a:schemeClr val="accent1"/>
              </a:buClr>
              <a:buSzPct val="60000"/>
              <a:defRPr sz="1100">
                <a:solidFill>
                  <a:srgbClr val="000000"/>
                </a:solidFill>
                <a:latin typeface="Space Grotesk" pitchFamily="2" charset="77"/>
                <a:cs typeface="Space Grotesk" pitchFamily="2" charset="77"/>
              </a:defRPr>
            </a:lvl4pPr>
            <a:lvl5pPr>
              <a:buClr>
                <a:schemeClr val="accent1"/>
              </a:buClr>
              <a:buSzPct val="50000"/>
              <a:defRPr sz="1100">
                <a:solidFill>
                  <a:srgbClr val="000000"/>
                </a:solidFill>
                <a:latin typeface="Space Grotesk" pitchFamily="2" charset="77"/>
                <a:cs typeface="Space Grotesk" pitchFamily="2" charset="77"/>
              </a:defRPr>
            </a:lvl5pPr>
          </a:lstStyle>
          <a:p>
            <a:pPr lvl="0"/>
            <a:r>
              <a:rPr lang="fr-FR" dirty="0"/>
              <a:t>&lt;&lt;Content&gt;&gt;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95856617-EE21-3CA4-1247-0668F3A67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4" y="130316"/>
            <a:ext cx="323095" cy="32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7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25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>
            <a:extLst>
              <a:ext uri="{FF2B5EF4-FFF2-40B4-BE49-F238E27FC236}">
                <a16:creationId xmlns:a16="http://schemas.microsoft.com/office/drawing/2014/main" id="{A0386AD8-52AE-1D49-0BAA-2436A472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553" y="128881"/>
            <a:ext cx="11277628" cy="262999"/>
          </a:xfrm>
          <a:prstGeom prst="rect">
            <a:avLst/>
          </a:prstGeom>
        </p:spPr>
        <p:txBody>
          <a:bodyPr/>
          <a:lstStyle/>
          <a:p>
            <a:r>
              <a:t>&lt;&lt;TITLE&gt;&gt;</a:t>
            </a:r>
          </a:p>
        </p:txBody>
      </p:sp>
      <p:sp>
        <p:nvSpPr>
          <p:cNvPr id="3" name="ph_category">
            <a:extLst>
              <a:ext uri="{FF2B5EF4-FFF2-40B4-BE49-F238E27FC236}">
                <a16:creationId xmlns:a16="http://schemas.microsoft.com/office/drawing/2014/main" id="{097BB39A-BF31-9815-E1F5-498F104CD9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1874" y="482446"/>
            <a:ext cx="11277280" cy="475488"/>
          </a:xfrm>
          <a:prstGeom prst="rect">
            <a:avLst/>
          </a:prstGeom>
        </p:spPr>
        <p:txBody>
          <a:bodyPr/>
          <a:lstStyle/>
          <a:p>
            <a:r>
              <a:t>&lt;&lt;CATEGORY&gt;&gt;</a:t>
            </a:r>
          </a:p>
        </p:txBody>
      </p:sp>
      <p:sp>
        <p:nvSpPr>
          <p:cNvPr id="4" name="ph_content">
            <a:extLst>
              <a:ext uri="{FF2B5EF4-FFF2-40B4-BE49-F238E27FC236}">
                <a16:creationId xmlns:a16="http://schemas.microsoft.com/office/drawing/2014/main" id="{4C1D21AE-5E17-6279-51A5-349A1247766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1963" y="1048500"/>
            <a:ext cx="11277600" cy="5326900"/>
          </a:xfrm>
          <a:prstGeom prst="rect">
            <a:avLst/>
          </a:prstGeom>
        </p:spPr>
        <p:txBody>
          <a:bodyPr/>
          <a:lstStyle/>
          <a:p>
            <a:r>
              <a:t>&lt;&lt;CONTENT&gt;&gt;</a:t>
            </a:r>
          </a:p>
        </p:txBody>
      </p:sp>
    </p:spTree>
    <p:extLst>
      <p:ext uri="{BB962C8B-B14F-4D97-AF65-F5344CB8AC3E}">
        <p14:creationId xmlns:p14="http://schemas.microsoft.com/office/powerpoint/2010/main" val="25138643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Space Grotesk</vt:lpstr>
      <vt:lpstr>Wingdings</vt:lpstr>
      <vt:lpstr>Thème Office</vt:lpstr>
      <vt:lpstr>&lt;&lt;TITLE&gt;&gt;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CABRAL</dc:creator>
  <cp:lastModifiedBy>Matias CABRAL</cp:lastModifiedBy>
  <cp:revision>1</cp:revision>
  <dcterms:created xsi:type="dcterms:W3CDTF">2026-03-02T11:14:15Z</dcterms:created>
  <dcterms:modified xsi:type="dcterms:W3CDTF">2026-03-02T21:53:59Z</dcterms:modified>
</cp:coreProperties>
</file>